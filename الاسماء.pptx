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0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2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0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1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6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2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8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3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4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594A6-734F-4952-B070-D038ED66BF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86279-4651-4985-BBB8-EB7E55655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3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8153" y="-1193800"/>
            <a:ext cx="9144000" cy="2387600"/>
          </a:xfrm>
        </p:spPr>
        <p:txBody>
          <a:bodyPr>
            <a:normAutofit/>
          </a:bodyPr>
          <a:lstStyle/>
          <a:p>
            <a:r>
              <a:rPr lang="ar-EG" sz="5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اللهم لا سهل الا ما جعلته سهلا </a:t>
            </a:r>
            <a:endParaRPr lang="en-US" sz="5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4546" y="1193800"/>
            <a:ext cx="9287607" cy="5382846"/>
          </a:xfrm>
        </p:spPr>
        <p:txBody>
          <a:bodyPr/>
          <a:lstStyle/>
          <a:p>
            <a:endParaRPr lang="en-US" dirty="0" smtClean="0"/>
          </a:p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This project is made by</a:t>
            </a:r>
          </a:p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(Team leader)  1.Ahmed Muhammed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Ebido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(1202540026) </a:t>
            </a:r>
          </a:p>
          <a:p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2.Ziad Muhammed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Sobhy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(1202540676)            </a:t>
            </a:r>
          </a:p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3.Sameh Muhammed Ahmed (202440243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4.Ziad Khaled </a:t>
            </a:r>
            <a:r>
              <a:rPr lang="en-US" sz="3200" smtClean="0">
                <a:latin typeface="Arial" panose="020B0604020202020204" pitchFamily="34" charset="0"/>
                <a:cs typeface="Arial" panose="020B0604020202020204" pitchFamily="34" charset="0"/>
              </a:rPr>
              <a:t>EL Sheikh (1202540673)</a:t>
            </a:r>
            <a:endParaRPr lang="en-US" sz="32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422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Arabic Typesetting</vt:lpstr>
      <vt:lpstr>Arial</vt:lpstr>
      <vt:lpstr>Calibri</vt:lpstr>
      <vt:lpstr>Calibri Light</vt:lpstr>
      <vt:lpstr>Office Theme</vt:lpstr>
      <vt:lpstr>اللهم لا سهل الا ما جعلته سهلا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اللهم لا سهل الا ما جعلته سهلا</dc:title>
  <dc:creator>ahmed muhammed</dc:creator>
  <cp:lastModifiedBy>ahmed muhammed</cp:lastModifiedBy>
  <cp:revision>3</cp:revision>
  <dcterms:created xsi:type="dcterms:W3CDTF">2026-10-03T17:35:21Z</dcterms:created>
  <dcterms:modified xsi:type="dcterms:W3CDTF">2026-10-03T19:16:10Z</dcterms:modified>
</cp:coreProperties>
</file>